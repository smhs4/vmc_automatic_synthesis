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6" r:id="rId9"/>
    <p:sldId id="265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60"/>
    <p:restoredTop sz="94645"/>
  </p:normalViewPr>
  <p:slideViewPr>
    <p:cSldViewPr snapToGrid="0">
      <p:cViewPr varScale="1">
        <p:scale>
          <a:sx n="99" d="100"/>
          <a:sy n="99" d="100"/>
        </p:scale>
        <p:origin x="87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B7BED-7AD1-B85D-124E-1C7246CB2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68FDA-DCA4-ECA9-5B75-1F7AF27D2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31589-CD68-F6AE-8D0A-E6988BA97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63495-F695-7A43-BE7E-928E3AC1318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E5408-26D6-715A-E4FA-3D86D5F66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DC333-4BC5-072E-9ED3-1DCB6DF2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DEB-634A-F640-941D-550E02949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83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50CC-F292-229B-1C75-80B9AF4F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0E6E5-0B45-65D1-615C-2E9EBF6C8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95813-683C-AEAB-BFC2-3F36DEF1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63495-F695-7A43-BE7E-928E3AC1318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2D031-1C21-BAAF-BE7E-769A8F4F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65960-908D-D72A-9DF5-21983AE54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DEB-634A-F640-941D-550E02949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62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742B3-C467-932F-AC61-F97D8BAA2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43079-157A-7AD8-AF0B-FF8F47165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EB56C-9A28-5541-EFA6-1A0C24CA8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63495-F695-7A43-BE7E-928E3AC1318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00E66-6F3E-F05A-0DB3-8C07F51B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87B31-61B5-B475-3EF1-70589936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DEB-634A-F640-941D-550E02949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6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53961-B718-C130-BA75-A162257AA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9D6BF-E354-DEFB-03CB-9EB318AE1A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6900D-7AF4-C8B2-E6DA-16424F1A8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4049E-3337-2F79-DBE4-46D906DBE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63495-F695-7A43-BE7E-928E3AC1318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ACC81-B7A1-EF11-D7FC-22A134727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E5BA0-8D24-7F2A-57CD-83CC1C432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DEB-634A-F640-941D-550E02949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34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EC897-0F1E-BC3D-8686-1125C5954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C94AB-FA83-1D35-5CCE-EBDE8D78B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257AB-C240-0E49-7734-AE0E97F82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ECB9EB-BA13-279B-FDAF-3803307F5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CFB76-BE55-15D0-7AB7-184CD632D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9FA78C-09E6-B438-C11E-C598BC77A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63495-F695-7A43-BE7E-928E3AC1318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43D805-3072-C4EE-2C28-770C2EDC6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1F16D-7E3D-2987-CDBD-102AD0ED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DEB-634A-F640-941D-550E02949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72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E5AB-44A1-3C4B-6C62-C82BFDF7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51575A-C1B5-83B7-38B2-22B8A458C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63495-F695-7A43-BE7E-928E3AC1318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1BA2D-AA6D-B2D8-1038-9C92D33C6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7F20D2-EB91-DD2A-D800-5D4140F4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DEB-634A-F640-941D-550E02949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063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BDD24A-0692-60AD-5BC0-6F6B8DCA3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63495-F695-7A43-BE7E-928E3AC1318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51BE36-A95C-EDC2-DE9D-E5C13E6C3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B906C-B6BA-C9FD-D709-5CAD83BB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DEB-634A-F640-941D-550E02949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51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21077-9BF3-49E8-B2A0-759EF6BAF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ED188-0F24-6495-28AF-E9ADB24C0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440F9-813D-5D56-555E-42CF29A02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6C42E-AF93-25A8-6F85-7B90B922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63495-F695-7A43-BE7E-928E3AC1318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C33DE-0384-0305-9678-D36288AFE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DBFE2-8905-6356-C2E6-65D449F2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DEB-634A-F640-941D-550E02949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61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3517D-3F16-3DDA-99D6-78CA705D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30070C-E237-20CC-7A57-5AF28E7FB8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9B729-D14C-19AF-414E-ECEDCCF4E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8D73C-F1D7-03D8-9E7A-787D245CA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63495-F695-7A43-BE7E-928E3AC1318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2E14E-11E7-A995-BD55-B3B78FB93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1EE1C-737F-9BA7-D5E8-E31B6CC8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DEB-634A-F640-941D-550E02949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44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698A-98B3-F5B9-4A71-C92A94EF2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BBF3D-999A-FC1E-3735-F44C6079B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ADEB0-6907-7500-C120-E6B67D64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63495-F695-7A43-BE7E-928E3AC1318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EC5FE-94F3-018A-C7A2-0795F3261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B4616-1FE0-ED14-AE05-F300B4A26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DEB-634A-F640-941D-550E02949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2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9EC62F-973E-0A89-6D97-AE1566B926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0E760-31D1-1BA0-68B8-BA468F117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975B7-CAB6-20ED-0E9B-8954E6B7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63495-F695-7A43-BE7E-928E3AC1318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5CA90-DCE3-0FFF-DFDA-82A74CA01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FA977-4E89-08D4-4571-8BE50B5B1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3DEB-634A-F640-941D-550E02949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8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0400ED-45F2-CD22-6642-9D5E545E4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70799-75F4-73E2-265E-F7AC47359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B5068-F12C-226E-8CD4-744B6A2AF2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63495-F695-7A43-BE7E-928E3AC1318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41CB9-3BC7-5789-FC81-F47C25EC3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871F-3E73-3143-E02B-6CEB92703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43DEB-634A-F640-941D-550E02949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7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JFbx-FR7Bc?feature=oembed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FEA03-1EBE-3684-4DFF-66ED2F8D21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Meeting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D45F0-0C17-78D9-E7E2-6B18694432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(Useless) changes</a:t>
            </a:r>
          </a:p>
        </p:txBody>
      </p:sp>
    </p:spTree>
    <p:extLst>
      <p:ext uri="{BB962C8B-B14F-4D97-AF65-F5344CB8AC3E}">
        <p14:creationId xmlns:p14="http://schemas.microsoft.com/office/powerpoint/2010/main" val="2340578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116CD-D642-CE53-4AF4-99FD7E4CA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4BD8E-A2AD-6A52-9944-E4C724ACB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Things I worked on</a:t>
            </a:r>
          </a:p>
          <a:p>
            <a:pPr lvl="1"/>
            <a:r>
              <a:rPr lang="en-US" dirty="0"/>
              <a:t>Soft objects in </a:t>
            </a:r>
            <a:r>
              <a:rPr lang="en-US" dirty="0" err="1"/>
              <a:t>Mujoco</a:t>
            </a:r>
            <a:endParaRPr lang="en-US" dirty="0"/>
          </a:p>
          <a:p>
            <a:pPr lvl="1"/>
            <a:r>
              <a:rPr lang="en-US" dirty="0"/>
              <a:t>Connecting the arms</a:t>
            </a:r>
          </a:p>
          <a:p>
            <a:pPr lvl="1"/>
            <a:r>
              <a:rPr lang="en-US" dirty="0"/>
              <a:t>Improved tooling</a:t>
            </a:r>
          </a:p>
          <a:p>
            <a:pPr lvl="1"/>
            <a:r>
              <a:rPr lang="en-US" dirty="0"/>
              <a:t>Minor changes</a:t>
            </a:r>
          </a:p>
          <a:p>
            <a:r>
              <a:rPr lang="en-US" dirty="0"/>
              <a:t>Challenges</a:t>
            </a:r>
          </a:p>
          <a:p>
            <a:r>
              <a:rPr lang="en-US" dirty="0"/>
              <a:t>Things I read</a:t>
            </a:r>
          </a:p>
          <a:p>
            <a:pPr lvl="1"/>
            <a:r>
              <a:rPr lang="en-GB" b="0" i="0" dirty="0">
                <a:effectLst/>
                <a:latin typeface="Arial" panose="020B0604020202020204" pitchFamily="34" charset="0"/>
              </a:rPr>
              <a:t>An overview of 3D object grasp synthesis algorithms</a:t>
            </a:r>
          </a:p>
          <a:p>
            <a:pPr lvl="1"/>
            <a:r>
              <a:rPr lang="en-GB" b="0" i="0" dirty="0">
                <a:effectLst/>
                <a:latin typeface="Arial" panose="020B0604020202020204" pitchFamily="34" charset="0"/>
              </a:rPr>
              <a:t>A Survey on Learning-Based Robotic Grasping</a:t>
            </a:r>
            <a:endParaRPr lang="en-GB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Discuss next steps</a:t>
            </a:r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032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A90A1-0E53-B958-002D-85C3C7DA7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contact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1334A-D4DD-A1FC-2041-A389124E7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677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809DB-E785-16C9-1954-F32AADD1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Mujoco</a:t>
            </a:r>
            <a:r>
              <a:rPr lang="en-US" dirty="0"/>
              <a:t> soft body (</a:t>
            </a:r>
            <a:r>
              <a:rPr lang="en-US" dirty="0" err="1"/>
              <a:t>flexcomp</a:t>
            </a:r>
            <a:r>
              <a:rPr lang="en-US" dirty="0"/>
              <a:t>) - goal</a:t>
            </a:r>
          </a:p>
        </p:txBody>
      </p:sp>
      <p:pic>
        <p:nvPicPr>
          <p:cNvPr id="4" name="Online Media 3" descr="Deformable gripper pads in MuJoCo">
            <a:hlinkClick r:id="" action="ppaction://media"/>
            <a:extLst>
              <a:ext uri="{FF2B5EF4-FFF2-40B4-BE49-F238E27FC236}">
                <a16:creationId xmlns:a16="http://schemas.microsoft.com/office/drawing/2014/main" id="{B3E9ECA5-A594-E185-F1F2-02028AF0746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38200" y="1793165"/>
            <a:ext cx="5790173" cy="32716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99D19E-6F24-EA25-AA77-033F73D18473}"/>
              </a:ext>
            </a:extLst>
          </p:cNvPr>
          <p:cNvSpPr txBox="1"/>
          <p:nvPr/>
        </p:nvSpPr>
        <p:spPr>
          <a:xfrm>
            <a:off x="7451387" y="1793165"/>
            <a:ext cx="39024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Could not get this to work.</a:t>
            </a:r>
          </a:p>
          <a:p>
            <a:endParaRPr lang="en-US" dirty="0"/>
          </a:p>
          <a:p>
            <a:r>
              <a:rPr lang="en-US" dirty="0"/>
              <a:t>Although increasing friction and reducing the weight of the object did the trick.</a:t>
            </a:r>
          </a:p>
        </p:txBody>
      </p:sp>
    </p:spTree>
    <p:extLst>
      <p:ext uri="{BB962C8B-B14F-4D97-AF65-F5344CB8AC3E}">
        <p14:creationId xmlns:p14="http://schemas.microsoft.com/office/powerpoint/2010/main" val="4099830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3EB1-C86D-AF42-CF6A-1E7F5B1EA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the arms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4839-8FC2-F38E-90C2-81A89DC18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Connecting the arms would require adding a variable length to the attributes of the tendons which is doable but blows up the search space in the current method.</a:t>
            </a:r>
          </a:p>
          <a:p>
            <a:r>
              <a:rPr lang="en-US" dirty="0"/>
              <a:t>Connecting the arms also increases the number of tendons/potential connections which has been causing issues.</a:t>
            </a:r>
          </a:p>
          <a:p>
            <a:r>
              <a:rPr lang="en-US" dirty="0"/>
              <a:t>Not connecting the arms has been working for this trivial grabbing task for now.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74203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011D9-D9EE-2505-1821-C08D8F61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Improved Tooling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B3990-5881-C2CB-167C-5D2F2ECC2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all changes and their effects can be tracked.</a:t>
            </a:r>
          </a:p>
          <a:p>
            <a:r>
              <a:rPr lang="en-US" dirty="0"/>
              <a:t>Changes can be compared easily</a:t>
            </a:r>
          </a:p>
          <a:p>
            <a:r>
              <a:rPr lang="en-US" dirty="0"/>
              <a:t>Apply different results to different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1632680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A4880-31F5-E110-D911-D84FF71F1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Minor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9DF43-D20B-5742-D7F0-18DB0D8A0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Changed the hand shape (cylindrical to rectangular) to increase contact surface and effect of friction</a:t>
            </a:r>
          </a:p>
          <a:p>
            <a:r>
              <a:rPr lang="en-US" dirty="0"/>
              <a:t>Tweaked fitness function parameters and the method of computing it.</a:t>
            </a:r>
          </a:p>
          <a:p>
            <a:r>
              <a:rPr lang="en-US" dirty="0"/>
              <a:t>Ignore unstable configurations</a:t>
            </a:r>
          </a:p>
          <a:p>
            <a:r>
              <a:rPr lang="en-US" dirty="0" err="1"/>
              <a:t>Implented</a:t>
            </a:r>
            <a:r>
              <a:rPr lang="en-US" dirty="0"/>
              <a:t> parallel (multi-core) which increased speed.</a:t>
            </a:r>
          </a:p>
          <a:p>
            <a:r>
              <a:rPr lang="en-US" dirty="0"/>
              <a:t>Normalizing stiffness based on number of tendons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250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FA5EC-F241-16EF-87BE-D83A4189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semi-successful attempt</a:t>
            </a:r>
          </a:p>
        </p:txBody>
      </p:sp>
      <p:pic>
        <p:nvPicPr>
          <p:cNvPr id="4" name="best_individual.mp4">
            <a:hlinkClick r:id="" action="ppaction://media"/>
            <a:extLst>
              <a:ext uri="{FF2B5EF4-FFF2-40B4-BE49-F238E27FC236}">
                <a16:creationId xmlns:a16="http://schemas.microsoft.com/office/drawing/2014/main" id="{266E0195-1BC7-E33D-61C6-9E7206662999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11400" y="1825625"/>
            <a:ext cx="7567613" cy="4351338"/>
          </a:xfrm>
        </p:spPr>
      </p:pic>
    </p:spTree>
    <p:extLst>
      <p:ext uri="{BB962C8B-B14F-4D97-AF65-F5344CB8AC3E}">
        <p14:creationId xmlns:p14="http://schemas.microsoft.com/office/powerpoint/2010/main" val="393883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12D8-E3B0-7BFE-2016-92D498CC7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C10D2-131B-F1A8-2DF7-507647EE3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current method seems to increase number of tendons as we progress. (This maybe due to fitness function or number of tendons naturally growing).</a:t>
            </a:r>
          </a:p>
          <a:p>
            <a:r>
              <a:rPr lang="en-US" dirty="0"/>
              <a:t>This method results in many unstable configurations (leading to many unviable results and nonsense values)</a:t>
            </a:r>
          </a:p>
          <a:p>
            <a:r>
              <a:rPr lang="en-US" dirty="0"/>
              <a:t>Most changes made had a negative effect on the results.</a:t>
            </a:r>
          </a:p>
          <a:p>
            <a:endParaRPr lang="en-US" dirty="0"/>
          </a:p>
          <a:p>
            <a:r>
              <a:rPr lang="en-US" dirty="0"/>
              <a:t>Fix number of tendons and allow sites to move around?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848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B1F7D-4CB0-D848-B3C9-8132E66A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89867-F9D4-FD04-0C38-2548155D8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Arial" panose="020B0604020202020204" pitchFamily="34" charset="0"/>
              </a:rPr>
              <a:t>An overview of 3D object grasp synthesis algorithms</a:t>
            </a:r>
          </a:p>
          <a:p>
            <a:pPr lvl="1"/>
            <a:r>
              <a:rPr lang="en-US" dirty="0"/>
              <a:t>Introduced Analytical / Empirical grasp synthesis methods</a:t>
            </a:r>
          </a:p>
          <a:p>
            <a:pPr lvl="2"/>
            <a:r>
              <a:rPr lang="en-US" dirty="0"/>
              <a:t>Analytical approach: </a:t>
            </a:r>
          </a:p>
          <a:p>
            <a:pPr lvl="3"/>
            <a:r>
              <a:rPr lang="en-US" dirty="0"/>
              <a:t>stability and force-closure</a:t>
            </a:r>
          </a:p>
          <a:p>
            <a:pPr lvl="3"/>
            <a:r>
              <a:rPr lang="en-US" dirty="0"/>
              <a:t>Task based</a:t>
            </a:r>
          </a:p>
          <a:p>
            <a:pPr lvl="2"/>
            <a:r>
              <a:rPr lang="en-US" dirty="0"/>
              <a:t>Empirical:</a:t>
            </a:r>
          </a:p>
          <a:p>
            <a:pPr lvl="3"/>
            <a:r>
              <a:rPr lang="en-US" dirty="0"/>
              <a:t>Learning from  observations</a:t>
            </a:r>
          </a:p>
          <a:p>
            <a:pPr lvl="3"/>
            <a:r>
              <a:rPr lang="en-US" dirty="0"/>
              <a:t>Shape matching</a:t>
            </a:r>
          </a:p>
          <a:p>
            <a:pPr lvl="3"/>
            <a:r>
              <a:rPr lang="en-US" dirty="0"/>
              <a:t>Finding graspable surfaces</a:t>
            </a:r>
          </a:p>
          <a:p>
            <a:pPr marL="1371600" lvl="3" indent="0">
              <a:buNone/>
            </a:pPr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937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F6A5F-40D3-7CA4-57B6-A6BC22357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5ADC6-BC88-5618-027E-74350C58C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survey on Learning based robot grasping</a:t>
            </a:r>
          </a:p>
          <a:p>
            <a:pPr lvl="1"/>
            <a:r>
              <a:rPr lang="en-US" dirty="0"/>
              <a:t>Two approaches:</a:t>
            </a:r>
          </a:p>
          <a:p>
            <a:pPr lvl="2"/>
            <a:r>
              <a:rPr lang="en-US" dirty="0"/>
              <a:t>Object recognition and grab technique are separate:</a:t>
            </a:r>
          </a:p>
          <a:p>
            <a:pPr lvl="3"/>
            <a:r>
              <a:rPr lang="en-US" dirty="0"/>
              <a:t>Object pose estimation methods (useful for our application)</a:t>
            </a:r>
          </a:p>
          <a:p>
            <a:pPr lvl="3"/>
            <a:r>
              <a:rPr lang="en-US" dirty="0"/>
              <a:t>Planning the grasp method</a:t>
            </a:r>
          </a:p>
          <a:p>
            <a:pPr lvl="2"/>
            <a:r>
              <a:rPr lang="en-US" dirty="0"/>
              <a:t>One learned model (end-to-end) learns how to manipulate objects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The paper discusses many other papers which approached the problem in different ways but did not go into much detail on each.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584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382</Words>
  <Application>Microsoft Macintosh PowerPoint</Application>
  <PresentationFormat>Widescreen</PresentationFormat>
  <Paragraphs>58</Paragraphs>
  <Slides>11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Meeting 5</vt:lpstr>
      <vt:lpstr>Overview</vt:lpstr>
      <vt:lpstr>Exploring contact</vt:lpstr>
      <vt:lpstr>Mujoco soft body (flexcomp) - goal</vt:lpstr>
      <vt:lpstr>Connecting the arms</vt:lpstr>
      <vt:lpstr>Improved Tooling</vt:lpstr>
      <vt:lpstr>Minor changes</vt:lpstr>
      <vt:lpstr>One semi-successful attempt</vt:lpstr>
      <vt:lpstr>Challenges</vt:lpstr>
      <vt:lpstr>Reading</vt:lpstr>
      <vt:lpstr>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hassan shahrestani</dc:creator>
  <cp:lastModifiedBy>hassan shahrestani</cp:lastModifiedBy>
  <cp:revision>2</cp:revision>
  <dcterms:created xsi:type="dcterms:W3CDTF">2025-11-06T16:10:56Z</dcterms:created>
  <dcterms:modified xsi:type="dcterms:W3CDTF">2025-11-10T18:46:50Z</dcterms:modified>
</cp:coreProperties>
</file>