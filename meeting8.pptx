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591"/>
  </p:normalViewPr>
  <p:slideViewPr>
    <p:cSldViewPr snapToGrid="0">
      <p:cViewPr varScale="1">
        <p:scale>
          <a:sx n="105" d="100"/>
          <a:sy n="105" d="100"/>
        </p:scale>
        <p:origin x="10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A8A93-2DF4-D145-A03F-E8C16D979A2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F20D4-83BE-8B43-B97B-3D9B55A8E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2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try a genetic algorithms opposed to other algorithms</a:t>
            </a:r>
          </a:p>
          <a:p>
            <a:r>
              <a:rPr lang="en-US" dirty="0"/>
              <a:t>start with genetic and then a use other </a:t>
            </a:r>
            <a:r>
              <a:rPr lang="en-US" dirty="0" err="1"/>
              <a:t>optimisation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understanding the </a:t>
            </a:r>
            <a:r>
              <a:rPr lang="en-US" dirty="0" err="1"/>
              <a:t>litreture</a:t>
            </a:r>
            <a:endParaRPr lang="en-US" dirty="0"/>
          </a:p>
          <a:p>
            <a:r>
              <a:rPr lang="en-US" dirty="0"/>
              <a:t>why are we doing what we are doing</a:t>
            </a:r>
          </a:p>
          <a:p>
            <a:r>
              <a:rPr lang="en-US" dirty="0"/>
              <a:t>Write a milestone report (17 January)</a:t>
            </a:r>
          </a:p>
          <a:p>
            <a:endParaRPr lang="en-US" dirty="0"/>
          </a:p>
          <a:p>
            <a:r>
              <a:rPr lang="en-US" dirty="0"/>
              <a:t>- Tendon to Jacobian mapping</a:t>
            </a:r>
          </a:p>
          <a:p>
            <a:r>
              <a:rPr lang="en-US" dirty="0"/>
              <a:t>- Continues space rather than discrete space</a:t>
            </a:r>
          </a:p>
          <a:p>
            <a:r>
              <a:rPr lang="en-US" dirty="0"/>
              <a:t>- what is a good solution (shape of hand, robust) need to check quality of grasping</a:t>
            </a:r>
          </a:p>
          <a:p>
            <a:r>
              <a:rPr lang="en-US" dirty="0"/>
              <a:t>- Who is using genetic algorithm in manipulation</a:t>
            </a:r>
          </a:p>
          <a:p>
            <a:r>
              <a:rPr lang="en-US" dirty="0"/>
              <a:t>- sim to real (is it robust - or does it need a bootstrap)</a:t>
            </a:r>
          </a:p>
          <a:p>
            <a:endParaRPr lang="en-US" dirty="0"/>
          </a:p>
          <a:p>
            <a:r>
              <a:rPr lang="en-US" dirty="0"/>
              <a:t>report needs to showcase what others have done in using genetic algorithm. </a:t>
            </a:r>
          </a:p>
          <a:p>
            <a:endParaRPr lang="en-US" dirty="0"/>
          </a:p>
          <a:p>
            <a:r>
              <a:rPr lang="en-US" dirty="0"/>
              <a:t>establishing a </a:t>
            </a:r>
            <a:r>
              <a:rPr lang="en-US" dirty="0" err="1"/>
              <a:t>pipline</a:t>
            </a:r>
            <a:r>
              <a:rPr lang="en-US" dirty="0"/>
              <a:t> from </a:t>
            </a:r>
            <a:r>
              <a:rPr lang="en-US" dirty="0" err="1"/>
              <a:t>simulaiton</a:t>
            </a:r>
            <a:r>
              <a:rPr lang="en-US" dirty="0"/>
              <a:t> to robot. </a:t>
            </a:r>
          </a:p>
          <a:p>
            <a:r>
              <a:rPr lang="en-US" dirty="0"/>
              <a:t>robust to differences in position</a:t>
            </a:r>
          </a:p>
          <a:p>
            <a:endParaRPr lang="en-US" dirty="0"/>
          </a:p>
          <a:p>
            <a:r>
              <a:rPr lang="en-US" dirty="0"/>
              <a:t>Think about it in terms of selling to a company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F20D4-83BE-8B43-B97B-3D9B55A8E4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0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5F3F-A1CB-82B7-746C-867CA3F08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7F6F8-7101-C9BE-85ED-DCCD01515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FE75-5E95-801D-3B90-150E25F6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34BB6-8887-99E4-8407-BFABB9E3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066F5-3DF2-CB1B-1B34-C217EDCE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2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640B-E4E5-D1ED-C7BF-52993EAE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4C65D-145C-8000-A0CF-4C1E7135E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F88B-5B08-BA94-9CC9-8CE19DCD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1AC2D-91A0-A303-82A1-F2F49555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A5DC6-7F2F-E46C-F524-F6E0AAB0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3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1704-B24D-7B2F-8285-1ECC083E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06286-0A42-900F-0694-2B5D1DF2B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FEC28-5E84-80AD-B682-4150ED5C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48B9C-DE72-1282-7830-340C7BF7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5B90F-36A6-5FE1-22B4-282A44FD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5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43C7-996E-C908-6788-C194B063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0237-DD65-33D4-C21F-D7A9BFFD8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D398B-728B-9F8A-7D38-F4421769D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40A1C-BC0F-95E1-06F4-123D2C9B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D2DCB-9080-F7DB-9C68-C84078B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4D7B8-55BD-6521-D334-5B341562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4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2ADF-1A4D-75B3-E8E7-81249BA5B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45D68-E47B-E985-3B3A-EBD0E4D0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44B50-2998-5744-D687-2F91E80FC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DFD3D-DE73-9888-A347-5B7CD9B14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4C362-C968-AEE8-7ECE-0564250A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AC3ADA-B40B-AA1F-ECCA-C7B57A53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30B2C-A2A6-A9BD-A62C-037D87D7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9E821-E2B2-96A0-7994-43311C33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24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285C-9E79-A5D9-9547-DBBF9BDC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4BE5C-F030-C030-E0FD-248BEC3C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B84C4-A33A-7864-2DF8-789EF9DD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1708-CE92-84B7-A1E4-27C03BF1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0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AFD5C-1B41-E2F7-E247-19A0AF2B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FDB17-9972-646B-D66A-E8557855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19958-4A7C-4E1A-C2D5-54F385A6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5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AECA-0495-045C-4397-E7E7DEC4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20518-01AA-C150-2877-8EC1AAFED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4CA43-C7A0-0C00-B7CF-0CF48F0A9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1D45-97EB-F884-49D7-FF36271F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515A-BA56-6C50-9600-E93E22FD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87CBA-17A9-811A-AB01-09FAFB4A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9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6100-6A2F-CC41-B5BF-A071DBFB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C5A43-4D8A-52EF-AB32-60B36866D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5D244-419B-E59A-A004-273EC1242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8CF17-D3E3-35DE-731D-6095C116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5117C-4136-1A92-0CED-0FC6134E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B6D2F-C98C-0663-E3C7-5713B5A0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7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2D14-9120-3F6F-9698-F7784B8F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2B5E4-F478-C656-8B6C-68670A5CF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9C63-8B9E-E5AB-9D6B-814C7910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6B866-FF7F-9EF5-515F-A17E6C55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D1C3-3DDF-7597-90D5-9092D6C8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8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96FF8-CAB3-5301-726D-EBE9354F6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97CEF-EBE5-1ED7-3B56-D99CD4022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2D237-2411-0447-17A4-53A03B42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F05A1-F7DC-E046-BB00-B348BD92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12456-2420-EC4B-E3F2-3A72D872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2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896AB-BE4A-45BF-D92F-4C2658DF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A5516-A34A-DBE5-6D63-FA8A88922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994EE-FAA6-2262-5DA6-6BCA74CD8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3361F-C8BD-0445-BEC1-9E1532D389CF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D713-5C07-5B00-761A-A87DB564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FB6D-8D78-0EF8-82A9-96ADE8091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A2DE1-FF82-A344-8BB1-707B64A0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5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79B2-A8D0-308A-ED02-91A664331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CC1AD-DB02-5771-EFEF-3DEDC2938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Hasan </a:t>
            </a:r>
            <a:r>
              <a:rPr lang="en-US" dirty="0" err="1"/>
              <a:t>shahrestani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3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2796-2FBF-19A2-529F-FB98B015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FB2A9-B9B9-0500-0256-E6182E1F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compatibility for meshes</a:t>
            </a:r>
          </a:p>
          <a:p>
            <a:r>
              <a:rPr lang="en-US" dirty="0"/>
              <a:t>Pyramid tested</a:t>
            </a:r>
          </a:p>
          <a:p>
            <a:r>
              <a:rPr lang="en-US" dirty="0"/>
              <a:t>Using server for faster computation</a:t>
            </a:r>
          </a:p>
        </p:txBody>
      </p:sp>
    </p:spTree>
    <p:extLst>
      <p:ext uri="{BB962C8B-B14F-4D97-AF65-F5344CB8AC3E}">
        <p14:creationId xmlns:p14="http://schemas.microsoft.com/office/powerpoint/2010/main" val="76643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C4BE-590D-B35D-4285-605B4850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 for meshes</a:t>
            </a:r>
          </a:p>
        </p:txBody>
      </p:sp>
      <p:pic>
        <p:nvPicPr>
          <p:cNvPr id="5" name="Content Placeholder 4" descr="A green pyramid with red and blue objects&#10;&#10;AI-generated content may be incorrect.">
            <a:extLst>
              <a:ext uri="{FF2B5EF4-FFF2-40B4-BE49-F238E27FC236}">
                <a16:creationId xmlns:a16="http://schemas.microsoft.com/office/drawing/2014/main" id="{16DC6F8A-B328-3A95-F954-4E3C40B0A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5964" y="1690688"/>
            <a:ext cx="4942542" cy="4743245"/>
          </a:xfrm>
        </p:spPr>
      </p:pic>
    </p:spTree>
    <p:extLst>
      <p:ext uri="{BB962C8B-B14F-4D97-AF65-F5344CB8AC3E}">
        <p14:creationId xmlns:p14="http://schemas.microsoft.com/office/powerpoint/2010/main" val="217776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C908-42B3-459D-6530-3BEE977D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Pyramid tested</a:t>
            </a:r>
          </a:p>
        </p:txBody>
      </p:sp>
      <p:pic>
        <p:nvPicPr>
          <p:cNvPr id="4" name="non_robust_grip.mp4">
            <a:hlinkClick r:id="" action="ppaction://media"/>
            <a:extLst>
              <a:ext uri="{FF2B5EF4-FFF2-40B4-BE49-F238E27FC236}">
                <a16:creationId xmlns:a16="http://schemas.microsoft.com/office/drawing/2014/main" id="{DD7AF3B5-8811-EFF2-6BE3-83DAC42854D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5025" y="2430742"/>
            <a:ext cx="5969054" cy="3432175"/>
          </a:xfrm>
        </p:spPr>
      </p:pic>
      <p:pic>
        <p:nvPicPr>
          <p:cNvPr id="5" name="simulation_recording">
            <a:hlinkClick r:id="" action="ppaction://media"/>
            <a:extLst>
              <a:ext uri="{FF2B5EF4-FFF2-40B4-BE49-F238E27FC236}">
                <a16:creationId xmlns:a16="http://schemas.microsoft.com/office/drawing/2014/main" id="{3EAB763B-C514-1CB5-A45A-0D393F5DD8E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23000" y="2430742"/>
            <a:ext cx="5969000" cy="343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3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150</Words>
  <Application>Microsoft Macintosh PowerPoint</Application>
  <PresentationFormat>Widescreen</PresentationFormat>
  <Paragraphs>28</Paragraphs>
  <Slides>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Meeting 8</vt:lpstr>
      <vt:lpstr>overview</vt:lpstr>
      <vt:lpstr>Compatibility for meshes</vt:lpstr>
      <vt:lpstr>Pyramid tested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shahrestani</dc:creator>
  <cp:lastModifiedBy>hassan shahrestani</cp:lastModifiedBy>
  <cp:revision>1</cp:revision>
  <dcterms:created xsi:type="dcterms:W3CDTF">2025-12-04T16:39:47Z</dcterms:created>
  <dcterms:modified xsi:type="dcterms:W3CDTF">2025-12-04T18:22:14Z</dcterms:modified>
</cp:coreProperties>
</file>