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71" r:id="rId15"/>
    <p:sldId id="270" r:id="rId16"/>
    <p:sldId id="273" r:id="rId17"/>
    <p:sldId id="272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3"/>
  </p:normalViewPr>
  <p:slideViewPr>
    <p:cSldViewPr snapToGrid="0">
      <p:cViewPr>
        <p:scale>
          <a:sx n="92" d="100"/>
          <a:sy n="92" d="100"/>
        </p:scale>
        <p:origin x="151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AA8C-525E-15EA-752B-2E2689523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CC4060-6B71-E4CA-9FEE-8122F16F1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7A302-A07C-1F56-56A3-44462173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9A415-CE7A-580B-82A1-349983C8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0895A-2076-EE49-3A74-D4060538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DB5D-61F9-159A-E728-62C09271B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88138-9C1E-0246-D03A-011C31CFA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F5884-2E74-221E-3FFA-C059DF3F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EFA25-8266-09CB-F897-896A2CC63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EF96E-0FAD-A2E1-1AAF-9D91CC50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9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3BBA-B100-5D3E-BB9E-B85C5BF3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11AE2-3E2F-2132-9030-7577043E4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1CFFE-CCC9-1462-85F8-75AC446D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3CFC3-8E29-1DAD-CE98-8E628214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E751E-AA93-A36D-9912-BD542CE3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8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76F86-56B2-3A48-9967-59CEF1FF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4E366-94F1-4654-8EA5-CB951B40B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6C0CC-E21F-E735-628E-422EA41D6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D5325A-50F9-DBCC-27C4-B0ABA8EF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7866E-A4F9-E419-9F9E-850802DE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FDF23-41A7-AD0B-3699-24B6DD59E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436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C2BA-8361-5A8E-FE8A-B16AB942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E8605-DBDD-F0E1-287D-A6A8598AB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AD3BD-9B03-7F16-A130-51BF207BE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828F4-0615-6219-451E-95FAA097E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9BCFA7-1A45-2F6A-2818-ABDA633D3C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30C20-C1E8-F393-4B5C-6C4BC84B2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C4141-038A-9479-4AD0-1BEB14A45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F9CE33-C14F-AD26-91EB-9AB2E85DB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6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01124-4A03-D294-A7A7-C273F7E5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ABDC2-11E9-46BB-36FC-04AD504F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2A216-C380-0556-3084-1807D6F95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6C106-CBE6-1239-B61E-9087127A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53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DD158-1B78-FEDE-18F0-CAEF607E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098E0-F95D-4460-0064-D4D0F09E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35B72-36DF-3D1A-8C9C-74905298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64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3C80-7057-1AC8-E8EC-863D6246F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CB42C-F551-3A69-9855-314485C5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939E9-EE6E-0186-6A87-C5B6EBF18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ACF9F-CC70-9A9D-86D0-A672EB8B7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0FA3D3-4AF4-D198-FF1D-BD3591EC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2F6EF-5E19-10EC-5C47-606FBBFA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44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3949-829E-E372-5184-BF9B9021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2F69F-AB21-EA00-C963-70CA1A60DE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D9D8C-8D3D-713C-EAD8-516B6DE53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1ED57-A173-9046-3AA8-8B362423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73A5F-2C68-644C-CED4-1727D3BA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56279-8EA1-B5C7-033F-856BF299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40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7766-6C1F-A0BB-1D40-5340818E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28BAE-3A5A-85C0-2C2D-7B11DF197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4E234-B6FD-D465-FC07-BA30CABD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FF6EE-DB68-2507-FADE-E4AA887C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0F04-E3A3-6E22-3607-C0A019AC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1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467560-8826-DA1A-4CAF-4B8F3AE3D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1AB74-4079-0586-F09A-EE10261EE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17E46-C839-A740-D339-E52BD110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65786-A3E5-E9AA-C1F6-0194FDFD4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FE37D-3A04-F27A-F0E5-86B56327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091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58507-7F12-023C-C651-ED16528C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1FBA0-37E3-167C-FF6B-9A591D78D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AEFE4-683B-49F4-AC74-7130288EC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B1D8B-EDC3-0F48-B070-2B8D21E49D3E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D87C0-331F-B8E7-7F59-11A626F0F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9C70-6504-4823-FB58-EF4D3F090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4144F-185B-D740-969F-4F8645203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5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8CE5-D424-F1A0-30C5-D4B2E3E2FA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4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E2A1E-21A7-DE3F-69E4-72D4AF3A7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Automatic Synthesis of VMC - Hasan</a:t>
            </a:r>
          </a:p>
        </p:txBody>
      </p:sp>
    </p:spTree>
    <p:extLst>
      <p:ext uri="{BB962C8B-B14F-4D97-AF65-F5344CB8AC3E}">
        <p14:creationId xmlns:p14="http://schemas.microsoft.com/office/powerpoint/2010/main" val="916054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79BFE-69CF-83F6-B732-98687AF4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94491-C2C4-0DA2-1DDE-69F19D8A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week:</a:t>
            </a:r>
          </a:p>
          <a:p>
            <a:pPr lvl="1"/>
            <a:r>
              <a:rPr lang="en-US" dirty="0"/>
              <a:t>Implemented rudimentary GA</a:t>
            </a:r>
          </a:p>
          <a:p>
            <a:pPr lvl="1"/>
            <a:r>
              <a:rPr lang="en-US" dirty="0"/>
              <a:t>Tested with different parameters</a:t>
            </a:r>
          </a:p>
          <a:p>
            <a:r>
              <a:rPr lang="en-US" dirty="0"/>
              <a:t>Discuss:</a:t>
            </a:r>
          </a:p>
          <a:p>
            <a:pPr lvl="1"/>
            <a:r>
              <a:rPr lang="en-US" dirty="0"/>
              <a:t>Brief overview of GA and results</a:t>
            </a:r>
          </a:p>
          <a:p>
            <a:pPr lvl="1"/>
            <a:r>
              <a:rPr lang="en-US" dirty="0"/>
              <a:t>How parameters can change</a:t>
            </a:r>
          </a:p>
          <a:p>
            <a:pPr lvl="1"/>
            <a:r>
              <a:rPr lang="en-US" dirty="0"/>
              <a:t>How initial setup can change</a:t>
            </a:r>
          </a:p>
          <a:p>
            <a:pPr lvl="1"/>
            <a:r>
              <a:rPr lang="en-US" dirty="0"/>
              <a:t>What can be done over next week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20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5DE3-F78A-C164-A84F-8112A1DA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8988B-4404-8131-B97F-299F85881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 parameters:</a:t>
            </a:r>
          </a:p>
          <a:p>
            <a:pPr lvl="1"/>
            <a:r>
              <a:rPr lang="en-US" dirty="0"/>
              <a:t>Population size</a:t>
            </a:r>
          </a:p>
          <a:p>
            <a:pPr lvl="1"/>
            <a:r>
              <a:rPr lang="en-US" dirty="0"/>
              <a:t>Number of generations</a:t>
            </a:r>
          </a:p>
          <a:p>
            <a:pPr lvl="1"/>
            <a:r>
              <a:rPr lang="en-US" dirty="0"/>
              <a:t>Tournament size</a:t>
            </a:r>
          </a:p>
          <a:p>
            <a:pPr lvl="1"/>
            <a:r>
              <a:rPr lang="en-US" dirty="0"/>
              <a:t>Cross over probability</a:t>
            </a:r>
          </a:p>
          <a:p>
            <a:pPr lvl="1"/>
            <a:r>
              <a:rPr lang="en-US" dirty="0"/>
              <a:t>Mutation probability</a:t>
            </a:r>
          </a:p>
          <a:p>
            <a:pPr lvl="1"/>
            <a:r>
              <a:rPr lang="en-US" dirty="0"/>
              <a:t>Elite Size</a:t>
            </a:r>
          </a:p>
          <a:p>
            <a:pPr lvl="1"/>
            <a:r>
              <a:rPr lang="en-US" dirty="0"/>
              <a:t>Fitness function</a:t>
            </a:r>
          </a:p>
        </p:txBody>
      </p:sp>
    </p:spTree>
    <p:extLst>
      <p:ext uri="{BB962C8B-B14F-4D97-AF65-F5344CB8AC3E}">
        <p14:creationId xmlns:p14="http://schemas.microsoft.com/office/powerpoint/2010/main" val="73042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7A0B-0836-1BA7-C769-1F571B10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1B40-145C-336E-2370-F735EEE4C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Factors</a:t>
            </a:r>
          </a:p>
          <a:p>
            <a:pPr lvl="1"/>
            <a:r>
              <a:rPr lang="en-US" dirty="0"/>
              <a:t>Final height</a:t>
            </a:r>
          </a:p>
          <a:p>
            <a:pPr lvl="1"/>
            <a:r>
              <a:rPr lang="en-US" dirty="0"/>
              <a:t>Stability</a:t>
            </a:r>
          </a:p>
          <a:p>
            <a:pPr lvl="1"/>
            <a:r>
              <a:rPr lang="en-US" dirty="0"/>
              <a:t>Number of tendons</a:t>
            </a:r>
          </a:p>
          <a:p>
            <a:pPr lvl="1"/>
            <a:r>
              <a:rPr lang="en-US" dirty="0"/>
              <a:t>Deviation from </a:t>
            </a:r>
            <a:r>
              <a:rPr lang="en-US" dirty="0" err="1"/>
              <a:t>centre</a:t>
            </a:r>
            <a:endParaRPr lang="en-US" dirty="0"/>
          </a:p>
          <a:p>
            <a:pPr lvl="1"/>
            <a:r>
              <a:rPr lang="en-US" dirty="0"/>
              <a:t>Contact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57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2747-29C2-0E7C-BAD2-ABE8ACDE9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ACB76-C28D-86B0-7C5D-3F378404E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parameters for the GA were used</a:t>
            </a:r>
          </a:p>
        </p:txBody>
      </p:sp>
    </p:spTree>
    <p:extLst>
      <p:ext uri="{BB962C8B-B14F-4D97-AF65-F5344CB8AC3E}">
        <p14:creationId xmlns:p14="http://schemas.microsoft.com/office/powerpoint/2010/main" val="177243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01744-FAD2-2BF9-C019-51601B95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1</a:t>
            </a:r>
          </a:p>
        </p:txBody>
      </p:sp>
      <p:pic>
        <p:nvPicPr>
          <p:cNvPr id="5" name="1.mp4">
            <a:hlinkClick r:id="" action="ppaction://media"/>
            <a:extLst>
              <a:ext uri="{FF2B5EF4-FFF2-40B4-BE49-F238E27FC236}">
                <a16:creationId xmlns:a16="http://schemas.microsoft.com/office/drawing/2014/main" id="{E8D88396-4A40-2EBF-458B-A82344A43268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D0B7C-6559-5397-7706-D060B4924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POPULATION_SIZE = 20</a:t>
            </a:r>
          </a:p>
          <a:p>
            <a:pPr marL="0" indent="0">
              <a:buNone/>
            </a:pPr>
            <a:r>
              <a:rPr lang="en-US" dirty="0"/>
              <a:t>NUM_GENERATIONS = 30</a:t>
            </a:r>
          </a:p>
          <a:p>
            <a:pPr marL="0" indent="0">
              <a:buNone/>
            </a:pPr>
            <a:r>
              <a:rPr lang="en-US" dirty="0"/>
              <a:t>TOURNAMENT_SIZE = 2</a:t>
            </a:r>
          </a:p>
          <a:p>
            <a:pPr marL="0" indent="0">
              <a:buNone/>
            </a:pPr>
            <a:r>
              <a:rPr lang="en-US" dirty="0"/>
              <a:t>CROSSOVER_PROB = 0.7</a:t>
            </a:r>
          </a:p>
          <a:p>
            <a:pPr marL="0" indent="0">
              <a:buNone/>
            </a:pPr>
            <a:r>
              <a:rPr lang="en-US" dirty="0"/>
              <a:t>MUTATION_PROB = 0.2</a:t>
            </a:r>
          </a:p>
          <a:p>
            <a:pPr marL="0" indent="0">
              <a:buNone/>
            </a:pPr>
            <a:r>
              <a:rPr lang="en-US" dirty="0"/>
              <a:t>ELITE_SIZE = 2</a:t>
            </a:r>
          </a:p>
          <a:p>
            <a:pPr marL="0" indent="0">
              <a:buNone/>
            </a:pPr>
            <a:r>
              <a:rPr lang="en-US" dirty="0"/>
              <a:t>BUG that tried to maximize distance from </a:t>
            </a:r>
            <a:r>
              <a:rPr lang="en-US" dirty="0" err="1"/>
              <a:t>centre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98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C450-C07C-F081-8FB0-42304526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2</a:t>
            </a:r>
          </a:p>
        </p:txBody>
      </p:sp>
      <p:pic>
        <p:nvPicPr>
          <p:cNvPr id="5" name="2.mp4">
            <a:hlinkClick r:id="" action="ppaction://media"/>
            <a:extLst>
              <a:ext uri="{FF2B5EF4-FFF2-40B4-BE49-F238E27FC236}">
                <a16:creationId xmlns:a16="http://schemas.microsoft.com/office/drawing/2014/main" id="{B2FC8354-ECD6-1398-F1B4-6D5B755F2B60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A584E5-E33F-A6DC-08AE-6853082A85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 POPULATION_SIZE = 20</a:t>
            </a:r>
          </a:p>
          <a:p>
            <a:r>
              <a:rPr lang="en-US" dirty="0"/>
              <a:t> NUM_GENERATIONS = 30</a:t>
            </a:r>
          </a:p>
          <a:p>
            <a:r>
              <a:rPr lang="en-US" dirty="0"/>
              <a:t> TOURNAMENT_SIZE = 2</a:t>
            </a:r>
          </a:p>
          <a:p>
            <a:r>
              <a:rPr lang="en-US" dirty="0"/>
              <a:t> CROSSOVER_PROB = 0.7</a:t>
            </a:r>
          </a:p>
          <a:p>
            <a:r>
              <a:rPr lang="en-US" dirty="0"/>
              <a:t> MUTATION_PROB = 0.2</a:t>
            </a:r>
          </a:p>
          <a:p>
            <a:r>
              <a:rPr lang="en-US" dirty="0"/>
              <a:t> ELITE_SIZE = 2</a:t>
            </a:r>
          </a:p>
        </p:txBody>
      </p:sp>
    </p:spTree>
    <p:extLst>
      <p:ext uri="{BB962C8B-B14F-4D97-AF65-F5344CB8AC3E}">
        <p14:creationId xmlns:p14="http://schemas.microsoft.com/office/powerpoint/2010/main" val="383761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22D4-CCD4-31C2-10DD-FD7AD7C57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3</a:t>
            </a:r>
          </a:p>
        </p:txBody>
      </p:sp>
      <p:pic>
        <p:nvPicPr>
          <p:cNvPr id="5" name="3.mp4">
            <a:hlinkClick r:id="" action="ppaction://media"/>
            <a:extLst>
              <a:ext uri="{FF2B5EF4-FFF2-40B4-BE49-F238E27FC236}">
                <a16:creationId xmlns:a16="http://schemas.microsoft.com/office/drawing/2014/main" id="{E66B5C14-9548-27C7-2FA3-EF53B30C095D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F339C-B8BE-81E6-C754-F92DD9DE9F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30</a:t>
            </a:r>
          </a:p>
          <a:p>
            <a:r>
              <a:rPr lang="en-US" dirty="0"/>
              <a:t>NUM_GENERATIONS = 30</a:t>
            </a:r>
          </a:p>
          <a:p>
            <a:r>
              <a:rPr lang="en-US" dirty="0"/>
              <a:t>TOURNAMENT_SIZE = 3</a:t>
            </a:r>
          </a:p>
          <a:p>
            <a:r>
              <a:rPr lang="en-US" dirty="0"/>
              <a:t>CROSSOVER_PROB = 0.7</a:t>
            </a:r>
          </a:p>
          <a:p>
            <a:r>
              <a:rPr lang="en-US" dirty="0"/>
              <a:t>MUTATION_PROB = 0.4</a:t>
            </a:r>
          </a:p>
          <a:p>
            <a:r>
              <a:rPr lang="en-US" dirty="0"/>
              <a:t> ELITE_SIZE = 3</a:t>
            </a:r>
          </a:p>
        </p:txBody>
      </p:sp>
    </p:spTree>
    <p:extLst>
      <p:ext uri="{BB962C8B-B14F-4D97-AF65-F5344CB8AC3E}">
        <p14:creationId xmlns:p14="http://schemas.microsoft.com/office/powerpoint/2010/main" val="3621706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0A426-E0C3-3DD5-AE22-398BEA24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4</a:t>
            </a:r>
          </a:p>
        </p:txBody>
      </p:sp>
      <p:pic>
        <p:nvPicPr>
          <p:cNvPr id="5" name="4.mp4">
            <a:hlinkClick r:id="" action="ppaction://media"/>
            <a:extLst>
              <a:ext uri="{FF2B5EF4-FFF2-40B4-BE49-F238E27FC236}">
                <a16:creationId xmlns:a16="http://schemas.microsoft.com/office/drawing/2014/main" id="{BB1902FB-1682-186E-F409-C6EEDA920478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C025AE-4B30-177E-B36B-4BB4E7623A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30</a:t>
            </a:r>
          </a:p>
          <a:p>
            <a:r>
              <a:rPr lang="en-US" dirty="0"/>
              <a:t> NUM_GENERATIONS = 50</a:t>
            </a:r>
          </a:p>
          <a:p>
            <a:r>
              <a:rPr lang="en-US" dirty="0"/>
              <a:t> TOURNAMENT_SIZE = 3</a:t>
            </a:r>
          </a:p>
          <a:p>
            <a:r>
              <a:rPr lang="en-US" dirty="0"/>
              <a:t> CROSSOVER_PROB = 0.7</a:t>
            </a:r>
          </a:p>
          <a:p>
            <a:r>
              <a:rPr lang="en-US" dirty="0"/>
              <a:t> MUTATION_PROB = 0.3</a:t>
            </a:r>
          </a:p>
          <a:p>
            <a:r>
              <a:rPr lang="en-US" dirty="0"/>
              <a:t> ELITE_SIZE = 5</a:t>
            </a:r>
          </a:p>
        </p:txBody>
      </p:sp>
    </p:spTree>
    <p:extLst>
      <p:ext uri="{BB962C8B-B14F-4D97-AF65-F5344CB8AC3E}">
        <p14:creationId xmlns:p14="http://schemas.microsoft.com/office/powerpoint/2010/main" val="3926942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7458-608B-714B-4C01-7F14D443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5</a:t>
            </a:r>
          </a:p>
        </p:txBody>
      </p:sp>
      <p:pic>
        <p:nvPicPr>
          <p:cNvPr id="5" name="5.mp4">
            <a:hlinkClick r:id="" action="ppaction://media"/>
            <a:extLst>
              <a:ext uri="{FF2B5EF4-FFF2-40B4-BE49-F238E27FC236}">
                <a16:creationId xmlns:a16="http://schemas.microsoft.com/office/drawing/2014/main" id="{3B8E7C9B-ABA4-88D4-D8B3-9447F5D3D8EB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D0871-7495-5935-EB29-96407A2F6E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30</a:t>
            </a:r>
          </a:p>
          <a:p>
            <a:r>
              <a:rPr lang="en-US" dirty="0"/>
              <a:t>NUM_GENERATIONS = 25</a:t>
            </a:r>
          </a:p>
          <a:p>
            <a:r>
              <a:rPr lang="en-US" dirty="0"/>
              <a:t>TOURNAMENT_SIZE = 3</a:t>
            </a:r>
          </a:p>
          <a:p>
            <a:r>
              <a:rPr lang="en-US" dirty="0"/>
              <a:t> CROSSOVER_PROB = 0.7</a:t>
            </a:r>
          </a:p>
          <a:p>
            <a:r>
              <a:rPr lang="en-US" dirty="0"/>
              <a:t> MUTATION_PROB = 0.3</a:t>
            </a:r>
          </a:p>
          <a:p>
            <a:r>
              <a:rPr lang="en-US" dirty="0"/>
              <a:t> ELITE_SIZE = 5</a:t>
            </a:r>
          </a:p>
        </p:txBody>
      </p:sp>
    </p:spTree>
    <p:extLst>
      <p:ext uri="{BB962C8B-B14F-4D97-AF65-F5344CB8AC3E}">
        <p14:creationId xmlns:p14="http://schemas.microsoft.com/office/powerpoint/2010/main" val="3593716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92F35-346D-8AF3-2238-91232BA2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5 stats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A01F8CD-1488-ED5C-E1AB-15038D928A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0579" y="564845"/>
            <a:ext cx="7193221" cy="5728309"/>
          </a:xfrm>
        </p:spPr>
      </p:pic>
    </p:spTree>
    <p:extLst>
      <p:ext uri="{BB962C8B-B14F-4D97-AF65-F5344CB8AC3E}">
        <p14:creationId xmlns:p14="http://schemas.microsoft.com/office/powerpoint/2010/main" val="2897454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22C7-089E-A1D9-328B-44F4C99F0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6</a:t>
            </a:r>
          </a:p>
        </p:txBody>
      </p:sp>
      <p:pic>
        <p:nvPicPr>
          <p:cNvPr id="5" name="6.mp4">
            <a:hlinkClick r:id="" action="ppaction://media"/>
            <a:extLst>
              <a:ext uri="{FF2B5EF4-FFF2-40B4-BE49-F238E27FC236}">
                <a16:creationId xmlns:a16="http://schemas.microsoft.com/office/drawing/2014/main" id="{286DCA2C-4091-DE2C-647F-D132C4226ACC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FB9E7-45F0-8B3E-7ADE-3D29CC8F25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30</a:t>
            </a:r>
          </a:p>
          <a:p>
            <a:r>
              <a:rPr lang="en-US" dirty="0"/>
              <a:t>NUM_GENERATIONS = 25</a:t>
            </a:r>
          </a:p>
          <a:p>
            <a:r>
              <a:rPr lang="en-US" dirty="0"/>
              <a:t>TOURNAMENT_SIZE = 10</a:t>
            </a:r>
          </a:p>
          <a:p>
            <a:r>
              <a:rPr lang="en-US" dirty="0"/>
              <a:t> CROSSOVER_PROB = 0.7</a:t>
            </a:r>
          </a:p>
          <a:p>
            <a:r>
              <a:rPr lang="en-US" dirty="0"/>
              <a:t> MUTATION_PROB = 0.3</a:t>
            </a:r>
          </a:p>
          <a:p>
            <a:r>
              <a:rPr lang="en-US" dirty="0"/>
              <a:t> ELITE_SIZE = 5</a:t>
            </a:r>
          </a:p>
        </p:txBody>
      </p:sp>
    </p:spTree>
    <p:extLst>
      <p:ext uri="{BB962C8B-B14F-4D97-AF65-F5344CB8AC3E}">
        <p14:creationId xmlns:p14="http://schemas.microsoft.com/office/powerpoint/2010/main" val="297880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165A-0BC2-882F-5125-4B989598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6 stats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6C436A1-A7AA-E778-20F6-F809551F5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543" y="365125"/>
            <a:ext cx="7504948" cy="5976553"/>
          </a:xfrm>
        </p:spPr>
      </p:pic>
    </p:spTree>
    <p:extLst>
      <p:ext uri="{BB962C8B-B14F-4D97-AF65-F5344CB8AC3E}">
        <p14:creationId xmlns:p14="http://schemas.microsoft.com/office/powerpoint/2010/main" val="4219562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DEC5-1EF4-B0D4-FC67-1328C4B8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7</a:t>
            </a:r>
          </a:p>
        </p:txBody>
      </p:sp>
      <p:pic>
        <p:nvPicPr>
          <p:cNvPr id="5" name="simulation_recording.mp4">
            <a:hlinkClick r:id="" action="ppaction://media"/>
            <a:extLst>
              <a:ext uri="{FF2B5EF4-FFF2-40B4-BE49-F238E27FC236}">
                <a16:creationId xmlns:a16="http://schemas.microsoft.com/office/drawing/2014/main" id="{EB8BF0EB-EB7B-9589-B788-0C826908F362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6F49-232C-2E15-9FE5-C84DD86072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30</a:t>
            </a:r>
          </a:p>
          <a:p>
            <a:r>
              <a:rPr lang="en-US" dirty="0"/>
              <a:t>NUM_GENERATIONS = 15</a:t>
            </a:r>
          </a:p>
          <a:p>
            <a:r>
              <a:rPr lang="en-US" dirty="0"/>
              <a:t>TOURNAMENT_SIZE = 1</a:t>
            </a:r>
          </a:p>
          <a:p>
            <a:r>
              <a:rPr lang="en-US" dirty="0"/>
              <a:t>CROSSOVER_PROB = 0.7</a:t>
            </a:r>
          </a:p>
          <a:p>
            <a:r>
              <a:rPr lang="en-US" dirty="0"/>
              <a:t>MUTATION_PROB = 0.4</a:t>
            </a:r>
          </a:p>
          <a:p>
            <a:r>
              <a:rPr lang="en-US" dirty="0"/>
              <a:t>ELITE_SIZE = 2</a:t>
            </a:r>
          </a:p>
        </p:txBody>
      </p:sp>
    </p:spTree>
    <p:extLst>
      <p:ext uri="{BB962C8B-B14F-4D97-AF65-F5344CB8AC3E}">
        <p14:creationId xmlns:p14="http://schemas.microsoft.com/office/powerpoint/2010/main" val="42306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89E5-521B-6364-C3D5-3B374597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7 Stats</a:t>
            </a:r>
          </a:p>
        </p:txBody>
      </p:sp>
      <p:pic>
        <p:nvPicPr>
          <p:cNvPr id="5" name="Content Placeholder 4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427977A4-674F-5B83-29B0-F90153E33E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0524" y="564861"/>
            <a:ext cx="7283275" cy="5800024"/>
          </a:xfrm>
        </p:spPr>
      </p:pic>
    </p:spTree>
    <p:extLst>
      <p:ext uri="{BB962C8B-B14F-4D97-AF65-F5344CB8AC3E}">
        <p14:creationId xmlns:p14="http://schemas.microsoft.com/office/powerpoint/2010/main" val="3937405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069D-7A3D-D696-6E44-A1BDAE65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8</a:t>
            </a:r>
          </a:p>
        </p:txBody>
      </p:sp>
      <p:pic>
        <p:nvPicPr>
          <p:cNvPr id="5" name="simulation_recording.mp4">
            <a:hlinkClick r:id="" action="ppaction://media"/>
            <a:extLst>
              <a:ext uri="{FF2B5EF4-FFF2-40B4-BE49-F238E27FC236}">
                <a16:creationId xmlns:a16="http://schemas.microsoft.com/office/drawing/2014/main" id="{55DA2FF9-705B-C7F0-666A-052CDC1583C2}"/>
              </a:ext>
            </a:extLst>
          </p:cNvPr>
          <p:cNvPicPr>
            <a:picLocks noGrp="1" noChangeAspect="1"/>
          </p:cNvPicPr>
          <p:nvPr>
            <p:ph sz="half"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" y="2511425"/>
            <a:ext cx="5181600" cy="29797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3B6E6-EF38-78F9-D227-72E0FB1087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POPULATION_SIZE = 50</a:t>
            </a:r>
          </a:p>
          <a:p>
            <a:r>
              <a:rPr lang="en-US" dirty="0"/>
              <a:t>NUM_GENERATIONS = 15</a:t>
            </a:r>
          </a:p>
          <a:p>
            <a:r>
              <a:rPr lang="en-US" dirty="0"/>
              <a:t>TOURNAMENT_SIZE = 3</a:t>
            </a:r>
          </a:p>
          <a:p>
            <a:r>
              <a:rPr lang="en-US" dirty="0"/>
              <a:t>CROSSOVER_PROB = 0.7</a:t>
            </a:r>
          </a:p>
          <a:p>
            <a:r>
              <a:rPr lang="en-US" dirty="0"/>
              <a:t>MUTATION_PROB = 0.4</a:t>
            </a:r>
          </a:p>
          <a:p>
            <a:r>
              <a:rPr lang="en-US" dirty="0"/>
              <a:t>ELITE_SIZE = 5</a:t>
            </a:r>
          </a:p>
        </p:txBody>
      </p:sp>
    </p:spTree>
    <p:extLst>
      <p:ext uri="{BB962C8B-B14F-4D97-AF65-F5344CB8AC3E}">
        <p14:creationId xmlns:p14="http://schemas.microsoft.com/office/powerpoint/2010/main" val="8097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48E3-73D3-6AEE-844D-A8868ADD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8 stats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9A00A2A-3FEB-30B1-C51A-0B1DDC0361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8234" y="578716"/>
            <a:ext cx="7255566" cy="5777958"/>
          </a:xfrm>
        </p:spPr>
      </p:pic>
    </p:spTree>
    <p:extLst>
      <p:ext uri="{BB962C8B-B14F-4D97-AF65-F5344CB8AC3E}">
        <p14:creationId xmlns:p14="http://schemas.microsoft.com/office/powerpoint/2010/main" val="2013246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F73CB-23F8-B51C-0D03-3DDF9B60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CBBE7-A530-AA6F-B82A-1AB2892BA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Tweak</a:t>
            </a:r>
          </a:p>
          <a:p>
            <a:pPr lvl="1"/>
            <a:r>
              <a:rPr lang="en-US" dirty="0"/>
              <a:t>Fitness function</a:t>
            </a:r>
          </a:p>
          <a:p>
            <a:pPr lvl="1"/>
            <a:r>
              <a:rPr lang="en-US" dirty="0"/>
              <a:t>GA parameters</a:t>
            </a:r>
          </a:p>
          <a:p>
            <a:pPr lvl="1"/>
            <a:r>
              <a:rPr lang="en-US" dirty="0"/>
              <a:t>Train over multiple starting positions of the block</a:t>
            </a:r>
          </a:p>
          <a:p>
            <a:pPr lvl="1"/>
            <a:r>
              <a:rPr lang="en-US" dirty="0"/>
              <a:t>Change underlying setup</a:t>
            </a:r>
          </a:p>
          <a:p>
            <a:r>
              <a:rPr lang="en-US" dirty="0"/>
              <a:t>Research GA use in other cases and learn from that</a:t>
            </a:r>
          </a:p>
        </p:txBody>
      </p:sp>
    </p:spTree>
    <p:extLst>
      <p:ext uri="{BB962C8B-B14F-4D97-AF65-F5344CB8AC3E}">
        <p14:creationId xmlns:p14="http://schemas.microsoft.com/office/powerpoint/2010/main" val="540016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4185</TotalTime>
  <Words>407</Words>
  <Application>Microsoft Macintosh PowerPoint</Application>
  <PresentationFormat>Widescreen</PresentationFormat>
  <Paragraphs>98</Paragraphs>
  <Slides>18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Meeting 4 update</vt:lpstr>
      <vt:lpstr>Overview</vt:lpstr>
      <vt:lpstr>GA</vt:lpstr>
      <vt:lpstr>Fitness Function</vt:lpstr>
      <vt:lpstr>Results</vt:lpstr>
      <vt:lpstr>Test 1</vt:lpstr>
      <vt:lpstr>Test 2</vt:lpstr>
      <vt:lpstr>Test 3</vt:lpstr>
      <vt:lpstr>Test 4</vt:lpstr>
      <vt:lpstr>Test 5</vt:lpstr>
      <vt:lpstr>Test 5 stats</vt:lpstr>
      <vt:lpstr>Test 6</vt:lpstr>
      <vt:lpstr>Test 6 stats</vt:lpstr>
      <vt:lpstr>Test 7</vt:lpstr>
      <vt:lpstr>Test 7 Stats</vt:lpstr>
      <vt:lpstr>Test 8</vt:lpstr>
      <vt:lpstr>Test 8 stats</vt:lpstr>
      <vt:lpstr>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shahrestani</dc:creator>
  <cp:lastModifiedBy>hassan shahrestani</cp:lastModifiedBy>
  <cp:revision>1</cp:revision>
  <dcterms:created xsi:type="dcterms:W3CDTF">2025-10-30T16:13:09Z</dcterms:created>
  <dcterms:modified xsi:type="dcterms:W3CDTF">2025-11-02T13:58:50Z</dcterms:modified>
</cp:coreProperties>
</file>